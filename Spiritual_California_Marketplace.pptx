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Spiritual California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F7F5"/>
                </a:solidFill>
              </a:rPr>
              <a:t>Technical Project Plan &amp; Estimates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88720" cy="118872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0" y="1188720"/>
            <a:ext cx="1188720" cy="118872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13716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Discovery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1188720"/>
            <a:ext cx="1188720" cy="118872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3716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Commerce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20640" y="1188720"/>
            <a:ext cx="1188720" cy="118872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3716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Community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0" y="1188720"/>
            <a:ext cx="1188720" cy="118872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3716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Monetization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Timeline: 28–31 weeks (~7–8 months)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Resource: 1 Senior Full Stack Dev + Claude AI Copilot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</a:rPr>
              <a:t>Confidence: 88–92% | MVP Go-Live: Week 24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2743200"/>
            <a:ext cx="3840480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880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Metrics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2461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2 primary user roles (Seeker, Guide)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4 commerce verticals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1 AI feature (Journey Guide)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Phase 2 ready (Subscriptions)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Differentiation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Trust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Identity + credential verification for all Guides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572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Discovery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AI-powered chatbot + robust search/filter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4572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68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Commerce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End-to-end booking, events, and e-commerce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572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08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Community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Reviews, testimonials, practitioner blogs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4572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Monetization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Stripe Connect + 12-20% commission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11887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Next.js 15 (App Router) + Vercel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16459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NestJS 11 + Prisma 5.x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03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21031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PostgreSQL 16 + Redis 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60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Search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25603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Algolia v4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30175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AWS S3 + CloudFront CDN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74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Payments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34747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Stripe Connect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31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17520" y="39319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Claude API (Sonnet 4.6)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84B59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CLIENT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1430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Next.js 15 | Mobile Web | Admin Panel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10800000">
            <a:off x="4389120" y="1783080"/>
            <a:ext cx="365760" cy="228600"/>
          </a:xfrm>
          <a:prstGeom prst="triangle">
            <a:avLst/>
          </a:pr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solidFill>
            <a:srgbClr val="84B59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0574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NestJS 11 (REST) | Auth | Services | Payments |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10800000">
            <a:off x="4389120" y="2697480"/>
            <a:ext cx="365760" cy="228600"/>
          </a:xfrm>
          <a:prstGeom prst="triangle">
            <a:avLst/>
          </a:prstGeom>
          <a:solidFill>
            <a:srgbClr val="D4AF37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84B59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29718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PostgreSQL | Redis | S3 | Algolia | BullMQ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Phases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143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Weeks 0-5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Infrastructure &amp; Auth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Weeks 6-10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011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User Onboarding &amp; Verification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423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Weeks 11-17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651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Marketplace Core 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063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Weeks 18-24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291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MVP Go-Live (Core Flows)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703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Weeks 25-31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Advanced Features &amp; Scale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1188720"/>
            <a:ext cx="4114800" cy="73152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</a:rPr>
              <a:t>Week 0 ──────────────────── Week 31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1737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MVP Go-Live: Week 24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Feature Modules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User Management (Seekers, Guides, Admins)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Verification &amp; KYC (Persona + Document OCR)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Practitioner Profiles &amp; Discovery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AI Journey Guide Chatbot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60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Booking &amp; Calendar System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Payment Processing &amp; Payouts (Stripe Connect)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463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Events &amp; Soul Travels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828800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828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Digital Products E-commerce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194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Reviews &amp; Ratings System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560320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560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Admin Dashboard &amp;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Effort Estimation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28800" cy="137160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</a:rPr>
              <a:t>28-31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Weeks Total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188720"/>
            <a:ext cx="1828800" cy="137160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</a:rPr>
              <a:t>160+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Dev Days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188720"/>
            <a:ext cx="1828800" cy="137160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</a:rPr>
              <a:t>30-35%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48056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AI Copilot Boost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1188720"/>
            <a:ext cx="1828800" cy="137160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</a:rPr>
              <a:t>88-92%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Confidence Level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Key Assumptions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1 dedicated Senior Full Stack Developer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AI Copilot (Claude) integrated for full lifecycle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No significant scope creep mid-project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Third-party integrations work as expected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3891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Team communication is high-bandwidth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Third-Party Integrations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Stripe Connect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0" y="1170432"/>
            <a:ext cx="1097280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143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3-4 days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00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Persona (ID Verify)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627632"/>
            <a:ext cx="1097280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16276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1600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2-3 days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AWS Textract (OCR)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2084832"/>
            <a:ext cx="109728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20848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2057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1-2 days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Claude API (AI)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2542032"/>
            <a:ext cx="109728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25420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2514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1 days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971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Algolia (Search)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0" y="2999232"/>
            <a:ext cx="109728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29992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MEDIUM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2971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1-2 days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Zoom SDK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0" y="3456432"/>
            <a:ext cx="1097280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0" y="3456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3429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2-3 days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Register &amp; Mitigation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Integration Complexity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1430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Spike 1 day early; have Stripe Identity as backup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41148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2704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Document Analysis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81328"/>
            <a:ext cx="3931920" cy="32004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270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Manual review fallback; iterative tuning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65376"/>
            <a:ext cx="41148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1109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Web Scraper Anti-Bot Blocks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865376"/>
            <a:ext cx="3931920" cy="32004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9110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Stealth mode; respect robots.txt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49424"/>
            <a:ext cx="41148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2951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Scope Creep Mid-Build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249424"/>
            <a:ext cx="3931920" cy="32004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29514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Strict change control; backlog for new features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Timeline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645920" cy="457200"/>
          </a:xfrm>
          <a:prstGeom prst="rect">
            <a:avLst/>
          </a:prstGeom>
          <a:solidFill>
            <a:srgbClr val="84B59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Week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1600200"/>
            <a:ext cx="182880" cy="0"/>
          </a:xfrm>
          <a:prstGeom prst="line">
            <a:avLst/>
          </a:prstGeom>
          <a:noFill/>
          <a:ln w="25400">
            <a:solidFill>
              <a:srgbClr val="84B59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1371600"/>
            <a:ext cx="1645920" cy="457200"/>
          </a:xfrm>
          <a:prstGeom prst="rect">
            <a:avLst/>
          </a:prstGeom>
          <a:solidFill>
            <a:srgbClr val="84B59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4173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M2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40280" y="16002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Week 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86200" y="1600200"/>
            <a:ext cx="182880" cy="0"/>
          </a:xfrm>
          <a:prstGeom prst="line">
            <a:avLst/>
          </a:prstGeom>
          <a:noFill/>
          <a:ln w="25400">
            <a:solidFill>
              <a:srgbClr val="84B59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1371600"/>
            <a:ext cx="1645920" cy="457200"/>
          </a:xfrm>
          <a:prstGeom prst="rect">
            <a:avLst/>
          </a:prstGeom>
          <a:solidFill>
            <a:srgbClr val="84B59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4173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M3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16002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Week 17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1600200"/>
            <a:ext cx="182880" cy="0"/>
          </a:xfrm>
          <a:prstGeom prst="line">
            <a:avLst/>
          </a:prstGeom>
          <a:noFill/>
          <a:ln w="25400">
            <a:solidFill>
              <a:srgbClr val="84B59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6440" y="1371600"/>
            <a:ext cx="1645920" cy="457200"/>
          </a:xfrm>
          <a:prstGeom prst="rect">
            <a:avLst/>
          </a:prstGeom>
          <a:solidFill>
            <a:srgbClr val="84B59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4173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M4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Week 24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2360" y="1600200"/>
            <a:ext cx="182880" cy="0"/>
          </a:xfrm>
          <a:prstGeom prst="line">
            <a:avLst/>
          </a:prstGeom>
          <a:noFill/>
          <a:ln w="25400">
            <a:solidFill>
              <a:srgbClr val="84B59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1371600"/>
            <a:ext cx="1645920" cy="457200"/>
          </a:xfrm>
          <a:prstGeom prst="rect">
            <a:avLst/>
          </a:prstGeom>
          <a:solidFill>
            <a:srgbClr val="84B59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14173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M9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16002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Week 35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Core Focus by Milestone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468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M1-M2: Infrastructure, Auth, User onboarding &amp; verification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2788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M3: Services, bookings, payments integrated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108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M4: MVP ready — core flows tested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429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M5-M9: Advanced features, events, products, subscriptions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&amp; DevOps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09728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Local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Docker Compose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09728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Staging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1691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Railway (shared)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Production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1691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Railway → AWS ECS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CI/CD Pipeline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→ Pull Request: Lint, typecheck, unit tests, build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→ Merge to main: All above + integration tests + deploy to staging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→ Tag release: Deploy to production + smoke tests + Sentry release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Cost Estimation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34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Phase 1 (0-10k users): ~$50-100/month (Railway)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Phase 2 (10k-100k users): ~$300-800/month (AWS)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 of Done &amp; Quality Gates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Per-Feature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✓ Peer-reviewed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✓ ≥80% test coverage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7510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✓ Documented in Swagger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3113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✓ No TypeScript any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871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✓ Input validated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Per-Phase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✓ Staged testing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7190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✓ Regression tests pass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97510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✓ No P0/P1 bugs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23113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✓ Performance verified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4871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✓ LCP &lt; 2.5s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Production Go-Live Checklist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343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✓ All E2E tests green | Stripe Live mode | Sentry live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✓ Database backups verified | Rate limiting active | SSL valid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983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✓ Admin dashboard ready | 5+ Guides onboarded | Full flow tested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Success Factors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AI-Powered Copilot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0972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30-35% productivity boost on boilerplate &amp; integration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600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Robust Verification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Trust-first approach with Persona + Textract + Manual review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Efficient Tech Stack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1031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Type-safe end-to-end (TypeScript, Prisma, Zod validation)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606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Clear Governance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2606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Strict change control prevents scope creep mid-project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108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Monitoring from Day 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108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Sentry + GitHub Actions CI/CD ensure quality at every step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&amp; Approval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74320" cy="2743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Week 1: Sign off on tech stack &amp; architecture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74320" cy="2743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828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Week 2-3: Finalize Figma wireframes with design team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274320" cy="2743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Week 4: Set up repositories, CI/CD, &amp; infrastructure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274320" cy="2743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432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Week 5: Begin Phase 1 (Infrastructure &amp; Auth)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F7F5"/>
                </a:solidFill>
              </a:rPr>
              <a:t>Technical Project Manager (Claude AI)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5F7F5"/>
                </a:solidFill>
              </a:rPr>
              <a:t>March 9,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2026-03-09T13:36:50Z</dcterms:created>
  <dcterms:modified xsi:type="dcterms:W3CDTF">2026-03-09T13:36:50Z</dcterms:modified>
</cp:coreProperties>
</file>